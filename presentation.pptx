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Integration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WebEx Bot • spaCy NLP • ServiceNow • Docker</a:t>
            </a:r>
          </a:p>
          <a:p>
            <a:r>
              <a:t>Group #: Add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teams receive incident messages across collaboration tools; manual ticket creation is slow and error-prone.</a:t>
            </a:r>
          </a:p>
          <a:p>
            <a:r>
              <a:t>Automate ticketing from WebEx to ServiceNow with NLP-assisted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777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WebEx API (Collaboration)</a:t>
            </a:r>
          </a:p>
          <a:p>
            <a:r>
              <a:t>• Python (Automation)</a:t>
            </a:r>
          </a:p>
          <a:p>
            <a:r>
              <a:t>• spaCy (NLP)</a:t>
            </a:r>
          </a:p>
          <a:p>
            <a:r>
              <a:t>• ServiceNow (ITSM)</a:t>
            </a:r>
          </a:p>
          <a:p>
            <a:r>
              <a:t>• Docker (Containerization)</a:t>
            </a:r>
          </a:p>
          <a:p>
            <a:r>
              <a:t>• GitHub Actions (CI)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mentions the bot in WebEx with an issue</a:t>
            </a:r>
          </a:p>
          <a:p>
            <a:r>
              <a:t>2. Bot classifies and extracts entities</a:t>
            </a:r>
          </a:p>
          <a:p>
            <a:r>
              <a:t>3. Bot creates a ServiceNow incident</a:t>
            </a:r>
          </a:p>
          <a:p>
            <a:r>
              <a:t>4. Bot replies with ticket number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